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CEA-Ntsr1 two-plane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1C6E8C"/>
                </a:solidFill>
                <a:latin typeface="Calibri"/>
              </a:rPr>
              <a:t>Four visualisations, for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1  processing        raw movie to what EXTRACT sees, with the quality measured at each stage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2  cell detection    every footprint against its own local control, so the test can be seen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3  place coding      how a centre or corner cell is decided, observed value against its own null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4  across sessions   the same neuron in the pain and open-field sessions, one row per cell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Each figure opens with the whole field of view, then goes to detail. Methods and statistics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are written into each figure's own legend, so these slides stay short.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Pain responsiveness is not here: it needs the manual scoring. Everything else is in place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for it to drop straight into set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code C:\Users\hsollim\OneDrive\Desktop\cursor\pain_2plane_split   |   figures &lt;session&gt;\output_split\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Set 1 -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C6E8C"/>
                </a:solidFill>
                <a:latin typeface="Calibri"/>
              </a:rPr>
              <a:t>Does each step actually improve the movie? Measured, not asserted.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Three rows: the whole field at every stage, then the same 140 px crop at every stage, then three measurements.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Each measurement judges ONE stage - the one it is supposed to fix - and the grey band marks which: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  frame-to-mean correlation  -&gt;  motion correction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  temporal SNR in cells      -&gt;  denoising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  cell over surround         -&gt;  the spatial band-pass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Plotting one metric across all stages and calling the rise an improvement is easy and wrong: a spatial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blur raises frame-to-frame correlation for free. That is why it is deliberately not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480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Headline: before motion correction the cell contrast is NEGATIVE (-0.30 SD) - motion smeared the somata until they were dimmer than their own surround. Correction flips it to +2.95 SD.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fig1_processing.py  -&gt;  &lt;plane&gt;\curated\fig1_processing.png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pain plane A 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Follow one soma across the crops: smeared at stages 1-2, crisp from stage 3 on.</a:t>
            </a:r>
          </a:p>
        </p:txBody>
      </p:sp>
      <p:pic>
        <p:nvPicPr>
          <p:cNvPr id="4" name="Picture 3" descr="fig1_processing_b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45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&lt;pain&gt;\output_split\plane_A\curated\fig1_processing.png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pain plane A 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1_processing_b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509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&lt;pain&gt;\output_split\plane_A\curated\fig1_processing.png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pain plane B 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Plane B was already steadier: frame-to-mean correlation 0.74 before correction against 0.66 in plane A.</a:t>
            </a:r>
          </a:p>
        </p:txBody>
      </p:sp>
      <p:pic>
        <p:nvPicPr>
          <p:cNvPr id="4" name="Picture 3" descr="fig1_processing_b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45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&lt;pain&gt;\output_split\plane_B\curated\fig1_processing.png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pain plane B 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1_processing_b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509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&lt;pain&gt;\output_split\plane_B\curated\fig1_processing.png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open field plane A 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Same pipeline, the cleaner recording: noise std 14.2 against 20.8 in the pain session.</a:t>
            </a:r>
          </a:p>
        </p:txBody>
      </p:sp>
      <p:pic>
        <p:nvPicPr>
          <p:cNvPr id="4" name="Picture 3" descr="fig1_processing_b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45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field&gt;\output_split\plane_A\curated\fig1_processing.png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1 - open field plane A 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1_processing_b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44509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field&gt;\output_split\plane_A\curated\fig1_processing.png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Set 2 - cell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C6E8C"/>
                </a:solidFill>
                <a:latin typeface="Calibri"/>
              </a:rPr>
              <a:t>Show the comparison the statistics make, instead of asking anyone to trust a p-value.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Each cell is put next to ITS OWN control: the same footprint shape, moved to the nearest place in the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same movie with no detected cell (28-52 px away). Same tissue, same depth, same shot noise, same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extraction - only the soma is missing. If the cells look different from their controls, the detection is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doing something real and you can see it.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Nearest rather than random on purpose: a control in distant tissue has different brightness and noise,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which would make the comparison easy in the wrong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862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Result, pain plane A:   lag-1 autocorrelation higher in the cell than in its own control for 11 of 11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                        robust SNR higher for 8 of 11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                        skew higher for only 6 of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So in this plane one of the two metrics is doing the work. That is stated rather than smoothed over - it is also why the verdict combines them against a measured null instead of relying on either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fig2_detection.py  -&gt;  &lt;plane&gt;\curated\fig2_detection.png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pain plane A 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Panel C is the argument: 11 of 11 blue lines rise. Amber (silent) rise a little, the red SUSPECT line barely at all.</a:t>
            </a:r>
          </a:p>
        </p:txBody>
      </p:sp>
      <p:pic>
        <p:nvPicPr>
          <p:cNvPr id="4" name="Picture 3" descr="fig2_detection_b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74" y="1051560"/>
            <a:ext cx="9258571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&lt;pain&gt;\output_split\plane_A\curated\fig2_detection.png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pain plane A 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2_detection_b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42" y="1051560"/>
            <a:ext cx="9251235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&lt;pain&gt;\output_split\plane_A\curated\fig2_detection.png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pain plane B  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Cell 11a and 11b are the split pair - both compared against their own controls.</a:t>
            </a:r>
          </a:p>
        </p:txBody>
      </p:sp>
      <p:pic>
        <p:nvPicPr>
          <p:cNvPr id="4" name="Picture 3" descr="fig2_detection_b1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48" y="1051560"/>
            <a:ext cx="1058482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&lt;pain&gt;\output_split\plane_B\curated\fig2_detection.png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pain plane B  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2_detection_b2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92" y="1051560"/>
            <a:ext cx="10004335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&lt;pain&gt;\output_split\plane_B\curated\fig2_detection.png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pain plane B  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2_detection_b3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42" y="1051560"/>
            <a:ext cx="1057523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&lt;pain&gt;\output_split\plane_B\curated\fig2_detection.png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open field plane B  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N3, N4 and N5 are the somata added by hand. All three came out silent: real footprints, no signal in 326 s.</a:t>
            </a:r>
          </a:p>
        </p:txBody>
      </p:sp>
      <p:pic>
        <p:nvPicPr>
          <p:cNvPr id="4" name="Picture 3" descr="fig2_detection_b1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48" y="1051560"/>
            <a:ext cx="1058482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field&gt;\output_split\plane_B\curated\fig2_detection.png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open field plane B  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2_detection_b2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92" y="1051560"/>
            <a:ext cx="10004335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field&gt;\output_split\plane_B\curated\fig2_detection.png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2 - open field plane B  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2_detection_b3o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42" y="1051560"/>
            <a:ext cx="1057523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field&gt;\output_split\plane_B\curated\fig2_detection.png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Set 3 - centre versus corner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C6E8C"/>
                </a:solidFill>
                <a:latin typeface="Calibri"/>
              </a:rPr>
              <a:t>The previous figure showed the answer. This one shows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Top row, before any neuron is mentioned: where the mouse went, how long it spent there, and the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3x3 zones drawn on the real floor.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Then one row per cell. Left: that cell's activity per place, divided by how long the mouse spent in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each bin. Right: the observed centre-minus-corner contrast (red) on top of the 2000 circular shifts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it was compared against (grey). A cell is called when the red line falls outside the grey.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The null is a circular shift of the trace against the behaviour, not a t-test across frames. One calcium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transient spans several frames, so a t-test treats each frame as new information and calls noise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significant. Rolling the trace keeps its autocorrelation and the animal's occupancy exactly, and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destroys only the pairing.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Result: 2 of 28 union cells prefer the centre (A3, A7), 0 prefer the corners (none). No cell is both zone- and speed-significant, so the zone effects are not speed in disguise.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fig3_place.py  -&gt;  &lt;open field&gt;\output_split\place\fig3_place.png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(1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A#3 and A#12 are the only red lines outside their grey nulls. Everyone else sits inside.</a:t>
            </a:r>
          </a:p>
        </p:txBody>
      </p:sp>
      <p:pic>
        <p:nvPicPr>
          <p:cNvPr id="4" name="Picture 3" descr="fig3_place_b1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15" y="1051560"/>
            <a:ext cx="11354488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(2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2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(3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3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71" y="1051560"/>
            <a:ext cx="10731376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(4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4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(5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5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(6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6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(7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7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(8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8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71" y="1051560"/>
            <a:ext cx="10731376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(9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9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1051560"/>
            <a:ext cx="1074229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3 - the decision, drawn   (10 of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3_place_b10o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13" y="1051560"/>
            <a:ext cx="11342292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&lt;open field&gt;\output_split\place\fig3_place.png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Set 4 - the same neuron in both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C6E8C"/>
                </a:solidFill>
                <a:latin typeface="Calibri"/>
              </a:rPr>
              <a:t>Row N is one neuron. EXTRACT's own numbering is not comparable across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430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Same-numbered cells across the two sessions sat a median of 197 px (plane A) and 145 px (plane B)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apart - 18 to 25 cell radii. So a unified id is assigned per plane: matched pairs first, best footprint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agreement first, then cells seen only in the pain session, then only in the open field. Row A1 is then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one neuron in both columns by construction.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A pair must clear two gates. Position: within one cell radius (8 px) after registering the two sessions'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mean images. Shape: footprint correlation at least 0.5 after alignment - position alone pairs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neighbours in a dense plane.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Registration is a direct correlation search over shifts. Each depth matches ITSELF across sessions at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r about 0.87, against 0.33-0.44 for the wrong depth, so the same optical planes really were imaged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29 minutes apart.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166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E7D5B"/>
                </a:solidFill>
                <a:latin typeface="Calibri"/>
              </a:rPr>
              <a:t>Result: 31 union neurons (plane A 13, plane B 18), each with a trace in both sessions; 17 of them detected independently twice, 26 on a soma in both. All 2 centre-preferring cells could be followed into the pain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fig4_matched.py  -&gt;  &lt;pain&gt;\output_split\match\fig4_matched_*.png , fig4_unified_cells.csv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4 - z-score   (1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Every row on the same scale, so trace heights mean the same thing between cells. Plane A rows first, then plane B.</a:t>
            </a:r>
          </a:p>
        </p:txBody>
      </p:sp>
      <p:pic>
        <p:nvPicPr>
          <p:cNvPr id="4" name="Picture 3" descr="fig4_matched_z_b1o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45" y="1051560"/>
            <a:ext cx="11087029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&lt;pain&gt;\output_split\match\fig4_matched_z.png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4 - z-score   (2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4_matched_z_b2o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7" y="1051560"/>
            <a:ext cx="10484824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&lt;pain&gt;\output_split\match\fig4_matched_z.png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4 - z-score   (3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4_matched_z_b3o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7" y="1051560"/>
            <a:ext cx="10484824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&lt;pain&gt;\output_split\match\fig4_matched_z.png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4 - z-score   (4 of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4_matched_z_b4o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51560"/>
            <a:ext cx="1107567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&lt;pain&gt;\output_split\match\fig4_matched_z.png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Set 4 - the same rows in dF/F and in raw fluorescence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Identical row order; only the y quantity changes. Too tall to read on a slide, so they are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fig4_matched_z.png      the previous slides. Detrended dF/F over its robust SD, so amplitudes are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                  comparable BETWEEN cells. Use this to compare one cell against another.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fig4_matched_dff.png    (F - F0) / F0, F0 = the 20th percentile of that cell's own raw trace.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                  Comparable within a cell over time, not between cells with different baselines.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fig4_matched_rawF.png   raw movie units, no baseline removed. The only one that shows absolute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                  brightness, bleaching and slow drift - dF/F hides all three by construction.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fig4_unified_cells.csv  the row table: unified id, plane, pain cell, open-field cell, footprint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                  agreement, both verdicts, and the open-field place preference. This is the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                        file the pain-responsiveness columns get added to after the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Set 4 QC - a mistake this deck had in it, and how it was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The union was built wrong the first time. Reported here because it changed the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07008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What was wrong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The union took every pain footprint plus every open-field footprint that was not a shape-confirmed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match. An open-field footprint can sit ON TOP of a pain footprint and still fail the shape test, so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same soma entered the design matrix twice.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Why that is not a small problem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Traces come from one joint least-squares solve. Two near-identical footprints give it no way to choose,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so it pays for the soma's transient with a positive trace on one copy and a negative trace on the other.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Measured, by re-running the solve both ways: 7 of the 8 pairs came out anti-correlated at r = -0.25 to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-0.83, one cell's raw F was negative in every frame of both sessions, and cond(S'S) was 49 instead of 5.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What it cost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The two 'corner-preferring' cells in the earlier version of this deck were the negative halves of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centre-preferring cells (r = -0.82 and -0.84). Centre minus corner is negative for a sign-flipped centre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cell by construction - so they were an artefact of the bug, not corner cells.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How it is caught now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Overlap is measured between footprints AS REGRESSORS, which is what decides whether least squares can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separate them - not the distance between centres. Over 361 footprint pairs within a curated session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the worst pair of distinct neurons reaches 0.167, so the cut at 0.30 is calibrated rather than chosen.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8 footprints failed it and are recorded as merged_of instead of added. transfer_footprints.py now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  refuses to save a union that still contains an inseparable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transfer_footprints.py , fig5_separability.py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QC - shown  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Top: the whole field, kept footprints green, dropped red. Then one pair close up, the two traces the bad solve produces for it, and the calibration.</a:t>
            </a:r>
          </a:p>
        </p:txBody>
      </p:sp>
      <p:pic>
        <p:nvPicPr>
          <p:cNvPr id="4" name="Picture 3" descr="fig5_separability_b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39" y="1051560"/>
            <a:ext cx="1063284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&lt;pain&gt;\output_split\match\fig5_separability.png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A1A1A"/>
                </a:solidFill>
                <a:latin typeface="Calibri"/>
              </a:rPr>
              <a:t>Set 4 QC - shown  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C6E8C"/>
                </a:solidFill>
                <a:latin typeface="Calibri"/>
              </a:rPr>
              <a:t>continued</a:t>
            </a:r>
          </a:p>
        </p:txBody>
      </p:sp>
      <p:pic>
        <p:nvPicPr>
          <p:cNvPr id="4" name="Picture 3" descr="fig5_separability_b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02" y="1051560"/>
            <a:ext cx="10622715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&lt;pain&gt;\output_split\match\fig5_separability.png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Calibri"/>
              </a:rPr>
              <a:t>What is ready, and what is waiting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Ready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55 curated cells across four planes, verified against the curation decisions by verify_curation.py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every trace in three forms - raw F, dF/F, z - on one time base shared with the behaviour cameras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31 union neurons measured in BOTH sessions (17 of them detected twice by EXTRACT)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2 centre-preferring and 0 corner-preferring cells of 28 tested, all followable into the pain session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Waiting on the manual scoring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pin-prick / heat / behaviour-responsive classification, event-locked to the scored times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lock_events(t_s, z, stimulus_times) in pain_cell_traces.py takes the times and returns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  (cells x events x lag) windows; stimulus times must be on the same imaging clock as t_s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Then the question becomes one row of set 4: was the neuron that preferred the exposed centre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also pin-prick responsive? For plane A that row is A1 - open field #12, pain #3, footprint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A1A1A"/>
                </a:solidFill>
                <a:latin typeface="Calibri"/>
              </a:rPr>
              <a:t>agreement 0.95, and active in both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66666"/>
                </a:solidFill>
                <a:latin typeface="Consolas"/>
              </a:rPr>
              <a:t>nothing in &lt;session&gt;\output\ is touched - that is the other agent's max-projection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