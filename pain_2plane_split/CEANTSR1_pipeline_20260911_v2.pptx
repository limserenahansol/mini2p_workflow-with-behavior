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912D3-E80D-4EAA-86D6-4F9F18096EB5}" v="1" dt="2026-09-12T15:04:24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1962" y="-15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ol lim" userId="4000a7d71c974409" providerId="LiveId" clId="{B842972F-C5B8-4B03-ADB0-F29C919A5E04}"/>
    <pc:docChg chg="modSld">
      <pc:chgData name="hansol lim" userId="4000a7d71c974409" providerId="LiveId" clId="{B842972F-C5B8-4B03-ADB0-F29C919A5E04}" dt="2026-09-12T15:04:25.080" v="2"/>
      <pc:docMkLst>
        <pc:docMk/>
      </pc:docMkLst>
      <pc:sldChg chg="addSp delSp modSp mod">
        <pc:chgData name="hansol lim" userId="4000a7d71c974409" providerId="LiveId" clId="{B842972F-C5B8-4B03-ADB0-F29C919A5E04}" dt="2026-09-12T15:04:25.080" v="2"/>
        <pc:sldMkLst>
          <pc:docMk/>
          <pc:sldMk cId="0" sldId="266"/>
        </pc:sldMkLst>
        <pc:spChg chg="add del mod">
          <ac:chgData name="hansol lim" userId="4000a7d71c974409" providerId="LiveId" clId="{B842972F-C5B8-4B03-ADB0-F29C919A5E04}" dt="2026-09-12T15:04:25.080" v="2"/>
          <ac:spMkLst>
            <pc:docMk/>
            <pc:sldMk cId="0" sldId="266"/>
            <ac:spMk id="7" creationId="{CFCF8523-7FF8-A10C-4079-E9FB61E99C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1A1A1A"/>
                </a:solidFill>
                <a:latin typeface="Calibri"/>
              </a:rPr>
              <a:t>CEA-Ntsr1 two-plane calcium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C6E8C"/>
                </a:solidFill>
                <a:latin typeface="Calibri"/>
              </a:rPr>
              <a:t>Pipeline, QC and first results - sessions of 2026-09-11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pain, 10 min pin prick + heat   |   open field, 5.4 min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Everything below is measured on these two recordings.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Still to do: manual scoring of the pain video, then event-locked responses.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code C:\Users\hsollim\OneDrive\Desktop\cursor\pain_2plane_split   |   results &lt;session&gt;\output_split\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Both sessions image the SAME two depths, frame-interleaved - recorded in the TDMS, not assumed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583680" cy="4026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open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raw frames per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frames per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325.5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651.2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rate per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4.6054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4.6054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440 x 512 px at 0.898 um/px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plane A = Slice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ETL 65 um (139.6 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plane B = Slice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ETL 15 um (89.6 abs), +109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lost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behaviour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 Hz, 8159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 Hz, 16299 / 16296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41732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CellVideo_CHA_Info.tdms carries a Slice channel, so which depth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each frame belongs to is recorded by the acquisition software.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Measured: Slice alternates 1,2,1,2 strictly in both sessions and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odd raw frames are Slice 1 - exactly what the split step assumes.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etl1data.csv is byte-identical between the sessions, so the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"(100_50um)" in the open-field folder name is not the depths.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Same depths in both sessions is what makes cross-session cell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matching possible at all (slides 19-20).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&lt;session&gt;\CellVideo1\Information-CHA.txt , CellVideo_CHA_Info.tdms , etl1data.csv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1 - split the two depths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previous pipeline max-projected them, which merges neurons</a:t>
            </a:r>
          </a:p>
        </p:txBody>
      </p:sp>
      <p:pic>
        <p:nvPicPr>
          <p:cNvPr id="4" name="Picture 3" descr="plane_split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268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32588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Why not max-project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5 of 17 cells at one depth sit within a cell radius of a cell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at the other, so ~29 % get merged, and max() is nonlinear -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projected value flips between the two neurons in 50 % of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consecutive frames.</a:t>
            </a:r>
          </a:p>
          <a:p>
            <a:pPr algn="l">
              <a:spcAft>
                <a:spcPts val="200"/>
              </a:spcAft>
            </a:pPr>
            <a:endParaRPr sz="125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Result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corr(mean A, mean B) = 0.592 pain, 0.564 open field, well below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1, so the depths hold different cells.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B"/>
                </a:solidFill>
                <a:latin typeface="Calibri"/>
              </a:rPr>
              <a:t>pain 6000 -&gt; 3000 frames per plane in 27 s   |   open field 3000 -&gt; 1500 in 17 s   |   0 frames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pain_2plane_step1_split_planes.m  -&gt;  &lt;session&gt;\output_split\plane_A.tif , plane_B.tif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Blocker - ActSort was silently replacing EXTRACT's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EXTRACT died on every plane; the cause was the MATLAB path, not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Not enough input arguments.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get_circularity_metrics line 12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remove_redundant line 22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run_extract line 471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extractor line 408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ActSort ships its own fork of 20 EXTRACT helper files, 19 of which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differ. addpath prepends, so ActSort won every name. Its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get_circularity_metrics takes a 4th argument 'parallel' that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EXTRACT never passes - and line 12 is "if parallel".</a:t>
            </a:r>
          </a:p>
          <a:p>
            <a:pPr algn="l">
              <a:spcAft>
                <a:spcPts val="200"/>
              </a:spcAft>
            </a:pPr>
            <a:endParaRPr sz="125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Worse than a crash: the 73 and 60 candidate cells had already been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found using ActSort's noise and SNR estimators. It corrupts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numbers before it stops. ActSort is in the SAVED MATLAB path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(15 folders), so this affects every MATLAB session on this PC.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325880"/>
          <a:ext cx="4937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shadowed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ActSort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get_circularity_metrics.m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25 lines, 3 args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46 lines, 4 args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get_trace_noise.m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49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 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kappa_of_epsilon.m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22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 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estimate_noise_std, get_trace_snr,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all differ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all differ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filter_images, smooth_images,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(20 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3474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Fix: rmpath every ActSort folder, then assert that all 141 EXTRACT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functions resolve inside the EXTRACT tree. Load ActSort only after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extraction, in a fresh session.</a:t>
            </a:r>
          </a:p>
          <a:p>
            <a:pPr algn="l">
              <a:spcAft>
                <a:spcPts val="200"/>
              </a:spcAft>
            </a:pPr>
            <a:endParaRPr sz="1250" b="0">
              <a:solidFill>
                <a:srgbClr val="2E7D5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After the fix all four planes completed: 234 s and 209 s (pain),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123 s and 112 s (open field).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mini2p_toolbox_paths.m (the guard)   |   EXTRACT_QC_20260911.md Finding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2 - EXTRACT per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Cells found on the 4x binned movie, traces re-solved at the full 4.6 Hz</a:t>
            </a:r>
          </a:p>
        </p:txBody>
      </p:sp>
      <p:pic>
        <p:nvPicPr>
          <p:cNvPr id="4" name="Picture 3" descr="cell_overlay_full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749039" cy="3749039"/>
          </a:xfrm>
          <a:prstGeom prst="rect">
            <a:avLst/>
          </a:prstGeom>
        </p:spPr>
      </p:pic>
      <p:pic>
        <p:nvPicPr>
          <p:cNvPr id="5" name="Picture 4" descr="cell_overlay_full_F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8872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074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pain plane A, 12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074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open field plane B, 14 cells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38160" y="1280160"/>
          <a:ext cx="3566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noise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after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after morphology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38160" y="365760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Settings that matter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use_zscore_before_extract = false, so (F-F0)/F0 is real dF/F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find on binned / trace on unbinned, so a 2 s window holds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9 samples instead of 2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preset low_snr, avg_cell_radius 8 (measured median 7.9 px)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The open-field movie is the cleaner one: noise std 14.2 against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20.8, background lag-1 autocorrelation 0.07 against 0.40.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pain_2plane_step2_extract.m , split_master.m  -&gt;  &lt;session&gt;\output_split\plane_A\ , plane_B\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3 - is it a cell, or background?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At 4.6 Hz and SNR 0.75 a real cell's trace also looks like noise by eye, so the null is measured</a:t>
            </a:r>
          </a:p>
        </p:txBody>
      </p:sp>
      <p:pic>
        <p:nvPicPr>
          <p:cNvPr id="4" name="Picture 3" descr="qc_cells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02" y="1188720"/>
            <a:ext cx="10098114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61188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Method   200 control ROIs cut from the SAME motion-corrected movie, with the SAME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footprint shapes moved to places &gt;= 12 px from any detected cell, traces taken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by the identical weighted average. Metrics on detrended dF/F (20 s running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median): background raw autocorrelation is 0.40, so without detrending the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test measures drift, not calcium.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Test     Fisher combination of the empirical p-values for skew and lag-1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autocorrelation, calibrated on the same statistic over the 200 controls.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Kept at p &lt;= 0.05, so 5 % of background would pass by construction.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3657600"/>
          <a:ext cx="37490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curated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57150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E7D5B"/>
                </a:solidFill>
                <a:latin typeface="Calibri"/>
              </a:rPr>
              <a:t>silent = no signal but the footprint IS brighter than its surround: a real soma that did not fire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extract_qc_cells.py --curated  -&gt;  &lt;plane&gt;\curated\qc_cells\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4 - manual curation, decided on these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automatic QC measures brightness against the surround and says nothing about SHAPE, so a bright fibre passes it</a:t>
            </a:r>
          </a:p>
        </p:txBody>
      </p:sp>
      <p:pic>
        <p:nvPicPr>
          <p:cNvPr id="4" name="Picture 3" descr="curation_pain_A_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19" y="1234440"/>
            <a:ext cx="599732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25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Left half of each tile = MEAN image, right half = MAX over time.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Brightness stretched on the WHOLE plane, never per crop, so a dim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candidate looks dim.</a:t>
            </a:r>
          </a:p>
          <a:p>
            <a:pPr algn="l">
              <a:spcAft>
                <a:spcPts val="200"/>
              </a:spcAft>
            </a:pPr>
            <a:endParaRPr sz="115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Eccentricity was added after this view: pain A #6 and #12 are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visibly fibres and are the two highest eccentricities in the plane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(0.934, 0.941), just under the 0.95 the filter allowed.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3291840"/>
          <a:ext cx="4663440" cy="2755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discard 7,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discard 9; trim 14 to its large blob;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add N3, N4, N5 (missed somata)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discard 9 (contour empty, anat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split 11 into two cells 11a / 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C6E8C"/>
                </a:solidFill>
                <a:latin typeface="Calibri"/>
              </a:rPr>
              <a:t>An interactive page was used to click these: curation_select.html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cell_curation_sheet.py , make_curation_page.py  -&gt;  &lt;session&gt;\output_split\curation\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4 - the decisions on the field of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open field plane B: 1 discarded, 1 trimmed, 3 added</a:t>
            </a:r>
          </a:p>
        </p:txBody>
      </p:sp>
      <p:pic>
        <p:nvPicPr>
          <p:cNvPr id="4" name="Picture 3" descr="curation_on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85" y="1143000"/>
            <a:ext cx="5382749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00760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Green = kept. Red dashed = discarded (#9 sits on fibrous texture, not a soma). Orange = trimmed, dotted outline is the original two blobs and solid is the large one that was kept. Cyan = the three somata EXTRACT missed.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plot_curation_on_fov.py  -&gt;  &lt;plane&gt;\curated\curation_on_fov.png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4 - zoom on 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trim and the three added somata, open field plane B</a:t>
            </a:r>
          </a:p>
        </p:txBody>
      </p:sp>
      <p:pic>
        <p:nvPicPr>
          <p:cNvPr id="4" name="Picture 3" descr="curation_on_fov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487" y="1143000"/>
            <a:ext cx="6114544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00760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N3 and N4 are faint (band-pass peak 1.6 and 2.2 against 3.5 for N5 and 17.2 for #4), so whether they are dim cells or neuropil is left to the QC on their traces - both came out silent.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&lt;plane&gt;\curated\curation_on_fov_zoom.png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A bug I introduced, and how it was caught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curated export was scrambled by array order; detection itself was never touched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58521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one footprint, 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blobs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largest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row span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intended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212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274-289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what MATLAB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16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0-439 (whole FOV)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514600"/>
            <a:ext cx="5852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numpy ravels row-major; MATLAB's reshape fills column-major. With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440 != 512 it is not even a transpose - one soma scatters into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stripes. Nothing errored, and every trace solved against it was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wrong. Hansol spotted the stripes in the FOV figure.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Two fixes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1  convert to Fortran order once, at the file boundary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2  MATLAB now asserts each footprint is one compact blob and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   fails loudly, naming the likely cause, if it is not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One earlier conclusion is RETRACTED. I had reported that EXTRACT's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S-step relocates footprints by 127-143 px, making its T-step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unusable. That was measured against the scrambled set. With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order fixed the movement is 0.8-8.1 px: EXTRACT was fine.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Verification now runs as a gate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verify_curation.py checks the curated set against three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independent sources - the original detection, the decisions typed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 code, and the applied result - and exits non-zero on any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mismatch. All checks pass: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original detection unchanged in all four planes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every curated footprint compact (row span 9-43 px)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discards exactly as decided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kept-unchanged footprints numerically identical to the original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trim 14: 2 blobs -&gt; 1, 482 -&gt; 371 px, subset of the original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N3, N4, N5 within 0.0 px of the requested positions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split 11 -&gt; 11a 364 px + 11b 258 px = 622 px, a disjoint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   partition of the original support, weights preserved exactly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verify_curation.py , apply_curation.py + .m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Per cell - where it is and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pain plane A, 11 curated cells</a:t>
            </a:r>
          </a:p>
        </p:txBody>
      </p:sp>
      <p:pic>
        <p:nvPicPr>
          <p:cNvPr id="4" name="Picture 3" descr="cell_by_cell_location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019" y="1143000"/>
            <a:ext cx="426348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1616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dF/F is pulled from the RAW denoised movie with the curated footprints, F0 = 20th percentile. Traces are solved jointly across all footprints, so an overlapping neighbour does not leak in - measured to matter only for the one pair 25 px apart (r 0.93); every other cell is unchanged (r = 1.000).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plot_cell_by_cell.py  -&gt;  &lt;plane&gt;\curated\cell_by_cell_location_trace.png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Per cell - does the trace look like a calcium trace?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>
                <a:solidFill>
                  <a:srgbClr val="1C6E8C"/>
                </a:solidFill>
                <a:latin typeface="Calibri"/>
              </a:rPr>
              <a:t>pain plane A: 6 active, 4 silent, 1 SUSPECT</a:t>
            </a:r>
          </a:p>
        </p:txBody>
      </p:sp>
      <p:pic>
        <p:nvPicPr>
          <p:cNvPr id="4" name="Picture 3" descr="cell_by_cel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34" y="1143000"/>
            <a:ext cx="434225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824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Red marks = detected events. Shaded band on the autocorrelation = the plausible GCaMP decay range. Cells 1 and 5 show repeated transients; cell 6 has a single clean one at 620 s. Cells 7, 8, 10, 12 sit at tau 0.15-0.17 s, which is one frame - white noise. tau alone does not separate every cell (active runs 0.16-1.37 s), so the verdict uses skew and autocorrelation jointly against the background null.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&lt;plane&gt;\curated\cell_by_cell_evaluation.png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Per cell - open field plane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16 curated cells including the three added somata (N3, N4, N5) and the trimmed #14</a:t>
            </a:r>
          </a:p>
        </p:txBody>
      </p:sp>
      <p:pic>
        <p:nvPicPr>
          <p:cNvPr id="4" name="Picture 3" descr="ppt_0.62_cell_by_cel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37" y="1143000"/>
            <a:ext cx="480384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824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All three added cells came out silent, and N4 is SUSPECT - the footprints are on real somata but they did not fire in 326 s. Adding them cost nothing and settled the question with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&lt;plane&gt;\curated\cell_by_cell_evaluation.png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5 - one time base for both depths and the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Two clocks ~37 s apart, and the behaviour cameras dropped frames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5486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start - session 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imaging CHA/Time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-36.64 s OF, -36.21 s pain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SignalSync_N/Time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-37.41 s OF, -37.07 s pain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MiceVideoN/Ref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+0.21 s OF, +0.56 s pain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432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This is NOT a 37 s misalignment of the data. The spans agree to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within 0.05 s, so the recordings are simultaneous - only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timestamp clocks differ. Aligning by ABSOLUTE timestamps across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two clocks would put the data 37 s out; aligning by relative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seconds from each stream's own start is off by only -0.58 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25880"/>
          <a:ext cx="5394960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sync pulses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 MiceVideo2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8166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 MiceVideo1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16311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 MiceVideo2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16310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274320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saved + missing reproduces the span to within 2-4 ms and lands 1-2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pulses short of the sync count, so the residual alignment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uncertainty is 40-80 ms, not the ~0.3 s a raw count difference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would suggest.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 the pain session BOTH cameras drop at the same frame indices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(~2103-2107, 8799-8801, 13823-13830) - a system stall, not a camera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fault. So behaviour frame index / 25 is NOT time; the error is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cumulative and reaches 0.24-0.48 s by the end. My own open-field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tracking output had that bug and was corrected by up to 775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Result: 100 % of the imaging in both sessions has simultaneous behaviour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split_timestamps.py  -&gt;  &lt;session&gt;\output_split\timestamps\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1 - open-field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FOV is 8x the arena; only the white floor counts</a:t>
            </a:r>
          </a:p>
        </p:txBody>
      </p:sp>
      <p:pic>
        <p:nvPicPr>
          <p:cNvPr id="4" name="Picture 3" descr="openfield_track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25" y="1188720"/>
            <a:ext cx="6670948" cy="3337560"/>
          </a:xfrm>
          <a:prstGeom prst="rect">
            <a:avLst/>
          </a:prstGeom>
        </p:spPr>
      </p:pic>
      <p:pic>
        <p:nvPicPr>
          <p:cNvPr id="5" name="Picture 4" descr="openfield_traj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40" y="4617720"/>
            <a:ext cx="5375119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2801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"Largest dark blob in the frame" tracked the dark right-hand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background: a body of 923,038-955,852 px (half the frame) sitting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still at x~1060, for 1632 of 1632 sampled frames.</a:t>
            </a:r>
          </a:p>
          <a:p>
            <a:pPr algn="l">
              <a:spcAft>
                <a:spcPts val="200"/>
              </a:spcAft>
            </a:pPr>
            <a:endParaRPr sz="115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Threshold sweep on the session median image: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&gt;180  640x680  climbs into the white wall tape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&gt;220  571x625  ragged right edge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&gt;245  469x527  the floor, clean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Mask is the fitted rectangle, eroded 8 px; zones are the standard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3x3 grid of the floor.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3840480"/>
          <a:ext cx="457200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white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454 x 516 px = 11.9 % of FOV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frames analysed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8159 of 8159 (5.44 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detection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99.96 %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body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median 6411 px (827-10875)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16476 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time moving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46.0 % (&gt;20 px/s)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centre / corner /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5.6 % / 41.4 % / 53.0 %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body clipped at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45.1 % of frames, flagged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openfield_track.py  -&gt;  &lt;session&gt;\output_split\tracking\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2 - centre versus corner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9 usable cells tested; 2 prefer the centre, 0 prefer the corners</a:t>
            </a:r>
          </a:p>
        </p:txBody>
      </p:sp>
      <p:pic>
        <p:nvPicPr>
          <p:cNvPr id="4" name="Picture 3" descr="pla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796" y="1188720"/>
            <a:ext cx="7623927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611880"/>
            <a:ext cx="7406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Statistics   Zone contrast is the centre mean minus the corner mean of the detrended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z-scored dF/F. Its p-value is two-sided against a CIRCULAR-SHIFT null, which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keeps the trace's autocorrelation and the animal's occupancy and destroys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only the pairing. A t-test across frames would treat each frame as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independent and is not valid for calcium. 2000 surrogates, minimum shift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10 s. q-values are Benjamini-Hochberg across the 9 cells.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Speed        reported per cell with its own shift test, because a "centre cell" could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just be a speed cell. 0 of 9 are speed-significant, so the zone effects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are not speed in disguise.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0" y="3657600"/>
          <a:ext cx="36576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preference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0.1364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0.3632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other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-0.29 to +0.03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&gt;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5623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Centre occupancy is only 5.6 % (83 imaging frames against 623 in the corners), so a centre effect is much harder to detect than a corner one - absence of corner cells is weak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openfield_place_cells.py  -&gt;  &lt;session&gt;\output_split\place\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2 - occupancy-normalised rate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mean z-scored dF/F per spatial bin; white = under 0.5 s dwell</a:t>
            </a:r>
          </a:p>
        </p:txBody>
      </p:sp>
      <p:pic>
        <p:nvPicPr>
          <p:cNvPr id="4" name="Picture 3" descr="place_rate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846" y="1143000"/>
            <a:ext cx="659782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00760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A#12 and A#3 are the two with a red centre. The maps are divided by occupancy, so the centre is not just brighter for being visited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&lt;session&gt;\output_split\place\place_ratemaps.png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3 - following the same neuron across the two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By pixel position, after registering the fields - the cell IDs themselves do NOT correspond</a:t>
            </a:r>
          </a:p>
        </p:txBody>
      </p:sp>
      <p:pic>
        <p:nvPicPr>
          <p:cNvPr id="4" name="Picture 3" descr="matc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541" y="1143000"/>
            <a:ext cx="5078436" cy="23774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703320"/>
          <a:ext cx="539496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plane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plane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registration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dy +9, dx -17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dy -11, dx -7 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image correlation there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same depth, wrong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against the OTHER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+0.435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pairs within 8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 of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13 of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median 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1.98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2.00 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footprint shape r &gt;=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 of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365760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Each depth matches ITSELF across the two sessions at r ~ 0.87, against 0.33-0.44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for the wrong depth - the same optical planes really were imaged 29 minutes apart.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Two gates, because position alone is not enough in a dense plane: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position   within one cell radius (8 px) after registration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shape      footprint correlation &gt;= 0.5 after alignment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13 of 21 position pairs pass both and are treated as the same neuron.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Phase correlation was tried first and failed: it returned contradictory shifts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between the depths (0 px for B, -21.7 px for A) and found no pairs at all. I had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reported "no cell can be followed across sessions" on that basis; that conclusion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is RETRACTED. A direct correlation search over shifts is what the numbers above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come from, and it can be checked - which is why the wrong-depth controls are shown.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match_sessions.py  -&gt;  &lt;pain session&gt;\output_split\match\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3 - the join that makes the question askable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13 neurons followed across both sessions; 4 usable in both</a:t>
            </a:r>
          </a:p>
        </p:txBody>
      </p:sp>
      <p:pic>
        <p:nvPicPr>
          <p:cNvPr id="4" name="Picture 3" descr="ppt_0.55_linked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949440" cy="491058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79" y="1280160"/>
          <a:ext cx="4297680" cy="208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39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open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-&gt;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shape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pain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+0.900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+0.520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silent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+0.373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0.3632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-0.293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0.5325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B#13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+0.030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0.9635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347472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Both centre-preferring cells could be followed into the pain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session. A#12 - the strongly centre-preferring one - is A#3 there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and is ACTIVE, so once the video is scored the question becomes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directly answerable:</a:t>
            </a:r>
          </a:p>
          <a:p>
            <a:pPr algn="l">
              <a:spcAft>
                <a:spcPts val="200"/>
              </a:spcAft>
            </a:pPr>
            <a:endParaRPr sz="115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was the neuron that preferred the exposed centre also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pin-prick responsive?</a:t>
            </a:r>
          </a:p>
          <a:p>
            <a:pPr algn="l">
              <a:spcAft>
                <a:spcPts val="200"/>
              </a:spcAft>
            </a:pPr>
            <a:endParaRPr sz="1150" b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Caveat: "same neuron" rests on a footprint correlation of 0.5 in a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dense plane, with residuals of 2-7 px against an 8 px radius.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Treat the pairs as probable, not certain.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linked_cells_report.py  -&gt;  &lt;pain session&gt;\output_split\match\linked_cells.csv , linked_cells.png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4 - pain session, raw Ca per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pain plane B, 16 curated cells, fluorescence in movie units with no baseline removed</a:t>
            </a:r>
          </a:p>
        </p:txBody>
      </p:sp>
      <p:pic>
        <p:nvPicPr>
          <p:cNvPr id="4" name="Picture 3" descr="pain_trace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390" y="1188720"/>
            <a:ext cx="849673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6188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Raw F shows absolute brightness, bleaching and drift, which dF/F hides. Blue = active, amber = silent, red = SUSPECT.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pain_cell_traces.py  -&gt;  &lt;plane&gt;\curated\pain_traces_raw.png , pain_traces.mat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4 - pain session, z-score per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detrended dF/F divided by its robust sd (1.4826 x MAD)</a:t>
            </a:r>
          </a:p>
        </p:txBody>
      </p:sp>
      <p:pic>
        <p:nvPicPr>
          <p:cNvPr id="4" name="Picture 3" descr="pain_traces_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390" y="1188720"/>
            <a:ext cx="849673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6188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Detrended with a 20 s running median first, because background ROIs here carry a raw lag-1 autocorrelation of 0.40 - without that the z-score is dominated by drift. Amplitudes are now comparable between cells with different baselines; |z| reaches 13.2.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&lt;plane&gt;\curated\pain_traces_zscore.png , pain_traces.csv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Ready for event locking, and where everything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What is waiting on the manual scoring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Every trace already carries a time vector on the same base as the behaviour cameras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(seconds since plane A frame 1, imaging clock), so a stimulus time in that base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indexes straight into it. lock_events() in pain_cell_traces.py takes the scored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times and returns (cells x events x lag) windows, dropping a window rather than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padding it if it would run off either end.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Then: pin-prick / heat / non-responsive / behaviour-responsive per cell, and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linked table lets a single neuron carry both its open-field and its pain answer.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3291840"/>
          <a:ext cx="11247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C:\Users\hsollim\OneDrive\Desktop\cursor\pain_2plane_split\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measured QC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...\pain_2plane_split\EXTRACT_QC_20260911.md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EXTRACT per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&lt;session&gt;\output_split\plane_A\ , plane_B\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curated cells, traces, per-cell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&lt;plane&gt;\curated\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cell QC against 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&lt;plane&gt;\curated\qc_cells\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curation sheets and the click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&lt;session&gt;\output_split\curation\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timestamps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&lt;session&gt;\output_split\timestamps\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open-field tracking / place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&lt;session&gt;\output_split\tracking\ , place\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cross-session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&lt;pain session&gt;\output_split\match\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nothing in &lt;session&gt;\output\ is touched - that is the other agent's max-projection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3913</Words>
  <Application>Microsoft Office PowerPoint</Application>
  <PresentationFormat>Widescreen</PresentationFormat>
  <Paragraphs>544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1</cp:revision>
  <dcterms:created xsi:type="dcterms:W3CDTF">2013-01-27T09:14:16Z</dcterms:created>
  <dcterms:modified xsi:type="dcterms:W3CDTF">2026-09-12T15:04:34Z</dcterms:modified>
  <cp:category/>
</cp:coreProperties>
</file>